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4834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 AND SYSTEMS PROGRAMMING  |  25CS2104E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Denying Writes to Executables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Linux-Based Runtime Protection Mechanism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4114800"/>
            <a:ext cx="2926080" cy="0"/>
          </a:xfrm>
          <a:prstGeom prst="line">
            <a:avLst/>
          </a:prstGeom>
          <a:noFill/>
          <a:ln w="3175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343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06  •  Section O4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470916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Dhurga Meenakshi Yenduri — 2520030270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Prashanthi Dabbugunta — 2520030301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Alahari Thapaswi — 2520030223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0180015" y="64465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Abstract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18288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64922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addresses a fundamental security weakness in Linux systems, where a running or installed executable file can be modified by any process holding sufficient write permission  exposing the system to binary tampering, malware injection, and privilege escalation.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794760"/>
            <a:ext cx="64922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enforcing the classic W^X (Write XOR Execute) principle, the system denies write access to files marked executable  ensuring a file can never be writable and executable at the same time, while allowing normal execution to continue unaffected.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406640" y="1645920"/>
            <a:ext cx="4206240" cy="4251960"/>
          </a:xfrm>
          <a:prstGeom prst="roundRect">
            <a:avLst>
              <a:gd name="adj" fmla="val 2609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406640" y="1828800"/>
            <a:ext cx="1920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928116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738360" y="182880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6000" dirty="0"/>
          </a:p>
        </p:txBody>
      </p:sp>
      <p:sp>
        <p:nvSpPr>
          <p:cNvPr id="11" name="Shape 9"/>
          <p:cNvSpPr/>
          <p:nvPr/>
        </p:nvSpPr>
        <p:spPr>
          <a:xfrm>
            <a:off x="7772400" y="3429000"/>
            <a:ext cx="3474720" cy="0"/>
          </a:xfrm>
          <a:prstGeom prst="line">
            <a:avLst/>
          </a:prstGeom>
          <a:noFill/>
          <a:ln w="9525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0" y="3657600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file is never simultaneously writable and executable  closing the gap malware relies on to tamper with trusted binaries.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&amp; Problem Statement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0180015" y="64465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Introduction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standard Linux systems, file-permission enforcement does not stop a writable-and-executable file from being modified while it can still be executed.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F4F6FB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788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788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4290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Silent Tampering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393192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or compromised processes can silently alter trusted binaries, scripts, and shared libraries.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83280" y="251460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F4F6FB"/>
          </a:solidFill>
          <a:ln/>
        </p:spPr>
      </p:sp>
      <p:sp>
        <p:nvSpPr>
          <p:cNvPr id="11" name="Shape 9"/>
          <p:cNvSpPr/>
          <p:nvPr/>
        </p:nvSpPr>
        <p:spPr>
          <a:xfrm>
            <a:off x="3611880" y="2788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2788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66160" y="34290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Persistence Risk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66160" y="393192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serious attack surface for malware persistence and backdoor insertion.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251460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F4F6FB"/>
          </a:solidFill>
          <a:ln/>
        </p:spPr>
      </p:sp>
      <p:sp>
        <p:nvSpPr>
          <p:cNvPr id="16" name="Shape 14"/>
          <p:cNvSpPr/>
          <p:nvPr/>
        </p:nvSpPr>
        <p:spPr>
          <a:xfrm>
            <a:off x="6446520" y="2788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2788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800" y="34290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Privilege Escalation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0" y="393192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 executables can be leveraged to escalate privileges on the host system.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052560" y="251460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F4F6FB"/>
          </a:solidFill>
          <a:ln/>
        </p:spPr>
      </p:sp>
      <p:sp>
        <p:nvSpPr>
          <p:cNvPr id="21" name="Shape 19"/>
          <p:cNvSpPr/>
          <p:nvPr/>
        </p:nvSpPr>
        <p:spPr>
          <a:xfrm>
            <a:off x="9281160" y="2788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9281160" y="2788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235440" y="34290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OS-Level Gate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235440" y="393192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active, OS-level mechanism that denies writes to files marked executable — without touching existing apps.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0180015" y="64465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Existing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 in Today's Linux Permission Model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Linux relies on static permission bits (read / write / execute) set at file-creation time. Once granted, write access to a file is honoured for the lifetime of the file  regardless of whether that file is also marked executable.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657600"/>
            <a:ext cx="51206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✗"/>
            </a:pPr>
            <a:r>
              <a:rPr lang="en-US" sz="1300" dirty="0">
                <a:solidFill>
                  <a:srgbClr val="2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runtime check links the write() syscall to a file's execute bit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✗"/>
            </a:pPr>
            <a:r>
              <a:rPr lang="en-US" sz="1300" dirty="0">
                <a:solidFill>
                  <a:srgbClr val="2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process with sufficient permission can overwrite a running or installed binary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✗"/>
            </a:pPr>
            <a:r>
              <a:rPr lang="en-US" sz="1300" dirty="0">
                <a:solidFill>
                  <a:srgbClr val="2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built-in auditing of who modified an executable, or when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✗"/>
            </a:pPr>
            <a:r>
              <a:rPr lang="en-US" sz="1300" dirty="0">
                <a:solidFill>
                  <a:srgbClr val="2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no compromise of application logic  only of file permissions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26480" y="1554480"/>
            <a:ext cx="5486400" cy="4480560"/>
          </a:xfrm>
          <a:prstGeom prst="roundRect">
            <a:avLst>
              <a:gd name="adj" fmla="val 2449"/>
            </a:avLst>
          </a:prstGeom>
          <a:solidFill>
            <a:srgbClr val="F4F6FB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0" y="1783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NO PROTECTION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92240" y="237744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237744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Process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(malicious or compromised)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686800" y="2606040"/>
            <a:ext cx="822960" cy="365760"/>
          </a:xfrm>
          <a:prstGeom prst="rightArrow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8641080" y="3017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write()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692640" y="237744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0" y="23774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Executable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(rwx)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92240" y="3566160"/>
            <a:ext cx="4846320" cy="0"/>
          </a:xfrm>
          <a:prstGeom prst="line">
            <a:avLst/>
          </a:prstGeom>
          <a:noFill/>
          <a:ln w="9525">
            <a:solidFill>
              <a:srgbClr val="6B7280">
                <a:alpha val="60000"/>
              </a:srgbClr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6492240" y="374904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2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the binary is silently modified and still runs  enabling persistence and tampering with no alert.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92240" y="4709160"/>
            <a:ext cx="48463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470916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Write succeeds even though the target file has the execute bit set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0180015" y="64465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Proposed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runtime layer that intercepts write attempts and denies them whenever the target file is marked executable  enforcing W^X without modifying any existing application.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2578608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5786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" y="3063240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Mode Check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49808" y="3429000"/>
            <a:ext cx="311810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Inspects S_IXUSR / S_IXGRP / S_IXOTH bits to detect executable targets.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23774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6FB"/>
          </a:solidFill>
          <a:ln/>
        </p:spPr>
      </p:sp>
      <p:sp>
        <p:nvSpPr>
          <p:cNvPr id="11" name="Shape 9"/>
          <p:cNvSpPr/>
          <p:nvPr/>
        </p:nvSpPr>
        <p:spPr>
          <a:xfrm>
            <a:off x="4498848" y="257860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498848" y="25786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98848" y="3063240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Syscall Interception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98848" y="3429000"/>
            <a:ext cx="311810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LSM hook / seccomp-bpf filter mediates open() and write() calls in real time.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46720" y="23774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E2761"/>
          </a:solidFill>
          <a:ln/>
        </p:spPr>
      </p:sp>
      <p:sp>
        <p:nvSpPr>
          <p:cNvPr id="16" name="Shape 14"/>
          <p:cNvSpPr/>
          <p:nvPr/>
        </p:nvSpPr>
        <p:spPr>
          <a:xfrm>
            <a:off x="8247888" y="2578608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8247888" y="25786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47888" y="3063240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Immutable Lockdown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47888" y="3429000"/>
            <a:ext cx="311810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chattr +i and permission tightening add a second layer of defence.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5720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6FB"/>
          </a:solidFill>
          <a:ln/>
        </p:spPr>
      </p:sp>
      <p:sp>
        <p:nvSpPr>
          <p:cNvPr id="21" name="Shape 19"/>
          <p:cNvSpPr/>
          <p:nvPr/>
        </p:nvSpPr>
        <p:spPr>
          <a:xfrm>
            <a:off x="749808" y="477316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47731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9808" y="5257800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inotify Monitoring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9808" y="5623560"/>
            <a:ext cx="311810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protected directories for write and modification events.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97680" y="45720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E2761"/>
          </a:solidFill>
          <a:ln/>
        </p:spPr>
      </p:sp>
      <p:sp>
        <p:nvSpPr>
          <p:cNvPr id="26" name="Shape 24"/>
          <p:cNvSpPr/>
          <p:nvPr/>
        </p:nvSpPr>
        <p:spPr>
          <a:xfrm>
            <a:off x="4498848" y="4773168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4498848" y="47731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498848" y="5257800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Deny &amp; Log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498848" y="5623560"/>
            <a:ext cx="311810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Rejects the write with EPERM and logs PID, user, and timestamp for audit.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046720" y="45720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6FB"/>
          </a:solidFill>
          <a:ln/>
        </p:spPr>
      </p:sp>
      <p:sp>
        <p:nvSpPr>
          <p:cNvPr id="31" name="Shape 29"/>
          <p:cNvSpPr/>
          <p:nvPr/>
        </p:nvSpPr>
        <p:spPr>
          <a:xfrm>
            <a:off x="8247888" y="477316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8247888" y="47731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47888" y="5257800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 Toggle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247888" y="5623560"/>
            <a:ext cx="311810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CLI tool turns protection on/off per file or directory.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&amp; Structure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0180015" y="64465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Workflow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659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Attempt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395728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process issues a write() call on a target file.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017520" y="2377440"/>
            <a:ext cx="411480" cy="27432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8" name="Shape 6"/>
          <p:cNvSpPr/>
          <p:nvPr/>
        </p:nvSpPr>
        <p:spPr>
          <a:xfrm>
            <a:off x="3474720" y="182880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3611880" y="19659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Intercept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11880" y="2395728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LSM / seccomp-bpf hook (or inotify watcher) captures the call before it completes.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897880" y="2377440"/>
            <a:ext cx="411480" cy="27432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2" name="Shape 10"/>
          <p:cNvSpPr/>
          <p:nvPr/>
        </p:nvSpPr>
        <p:spPr>
          <a:xfrm>
            <a:off x="6355080" y="182880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19659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Exec Bit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92240" y="2395728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mode bits are inspected for S_IXUSR / S_IXGRP / S_IXOTH.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778240" y="2377440"/>
            <a:ext cx="411480" cy="27432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6" name="Shape 14"/>
          <p:cNvSpPr/>
          <p:nvPr/>
        </p:nvSpPr>
        <p:spPr>
          <a:xfrm>
            <a:off x="9235440" y="182880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9372600" y="19659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372600" y="2395728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Executable → deny with EPERM &amp; log. Non-executable → allow normally.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280160" y="374904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63040" y="3858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ALLOWED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63040" y="418795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execute bit set — write proceeds normally, no impact on legitimate use.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766560" y="374904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0" y="3858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DENIED &amp; LOGGED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49440" y="418795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bit set — write rejected with EPERM; PID, user &amp; timestamp recorded.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94360" y="5074920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stack: Ubuntu Linux, C / C++, and shell scripting  with a CLI tool to toggle protection per file or directory, plus test scripts demonstrating blocked vs. allowed writes.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Requirements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0180015" y="64465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Requirements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420624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3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/ Platform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Linux / Ubuntu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Development and testing environment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/ C++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implementation language for system-level programming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GCC / Clang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Compilation of C/C++ source code and the kernel module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libbpf / BCC (eBPF toolkit)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Writing and loading seccomp-bpf / LSM hooks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inotify-tools, Bash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File-system event monitoring and automation scripts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minimal, portable stack  no changes required to existing applications or the kernel build in the eBPF-based configuration.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delivers a working Linux prototype that reliably denies write access to executable files while leaving read and execute operations unaffected  validated through test cases spanning legitimate execution and blocked tampering attempts. A companion audit log of denied write attempts illustrates how the mechanism helps detect and prevent malware persistence and unauthorized binary modification.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48640" y="28803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&amp; Individual Contributions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429000"/>
            <a:ext cx="3520440" cy="2606040"/>
          </a:xfrm>
          <a:prstGeom prst="roundRect">
            <a:avLst>
              <a:gd name="adj" fmla="val 3509"/>
            </a:avLst>
          </a:prstGeom>
          <a:solidFill>
            <a:srgbClr val="273370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365760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3657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4297680"/>
            <a:ext cx="31181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Dhurga Meenakshi Yenduri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49808" y="4663440"/>
            <a:ext cx="3118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2520030270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9808" y="5029200"/>
            <a:ext cx="311810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logging / audit-trail implementation, documentation &amp; report preparation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3429000"/>
            <a:ext cx="3520440" cy="2606040"/>
          </a:xfrm>
          <a:prstGeom prst="roundRect">
            <a:avLst>
              <a:gd name="adj" fmla="val 3509"/>
            </a:avLst>
          </a:prstGeom>
          <a:solidFill>
            <a:srgbClr val="273370"/>
          </a:solidFill>
          <a:ln/>
        </p:spPr>
      </p:sp>
      <p:sp>
        <p:nvSpPr>
          <p:cNvPr id="12" name="Shape 10"/>
          <p:cNvSpPr/>
          <p:nvPr/>
        </p:nvSpPr>
        <p:spPr>
          <a:xfrm>
            <a:off x="4498848" y="365760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4498848" y="3657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98848" y="4297680"/>
            <a:ext cx="31181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Prashanthi Dabbugunta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498848" y="4663440"/>
            <a:ext cx="3118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2520030301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98848" y="5029200"/>
            <a:ext cx="311810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of the inotify-based monitoring module and CLI protection-toggle tool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46720" y="3429000"/>
            <a:ext cx="3520440" cy="2606040"/>
          </a:xfrm>
          <a:prstGeom prst="roundRect">
            <a:avLst>
              <a:gd name="adj" fmla="val 3509"/>
            </a:avLst>
          </a:prstGeom>
          <a:solidFill>
            <a:srgbClr val="273370"/>
          </a:solidFill>
          <a:ln/>
        </p:spPr>
      </p:sp>
      <p:sp>
        <p:nvSpPr>
          <p:cNvPr id="18" name="Shape 16"/>
          <p:cNvSpPr/>
          <p:nvPr/>
        </p:nvSpPr>
        <p:spPr>
          <a:xfrm>
            <a:off x="8247888" y="365760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9" name="Text 17"/>
          <p:cNvSpPr/>
          <p:nvPr/>
        </p:nvSpPr>
        <p:spPr>
          <a:xfrm>
            <a:off x="8247888" y="3657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47888" y="4297680"/>
            <a:ext cx="31181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Alahari Thapaswi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247888" y="4663440"/>
            <a:ext cx="3118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2520030223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47888" y="5029200"/>
            <a:ext cx="311810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implementation of the LSM/seccomp-bpf write-interception logic; kernel-level testing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6263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895</Words>
  <Application>Microsoft Office PowerPoint</Application>
  <PresentationFormat>Widescreen</PresentationFormat>
  <Paragraphs>121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Dhurga Meenakshi Yenduri</cp:lastModifiedBy>
  <cp:revision>2</cp:revision>
  <dcterms:created xsi:type="dcterms:W3CDTF">2026-09-01T03:04:20Z</dcterms:created>
  <dcterms:modified xsi:type="dcterms:W3CDTF">2026-09-01T03:07:30Z</dcterms:modified>
</cp:coreProperties>
</file>